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reconstruction of the ASBS frozen-VLA architecture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s_card" descr="Editable shape; source id obs_card"/>
          <p:cNvSpPr/>
          <p:nvPr/>
        </p:nvSpPr>
        <p:spPr>
          <a:xfrm>
            <a:off x="218755" y="1458373"/>
            <a:ext cx="1567751" cy="1932344"/>
          </a:xfrm>
          <a:prstGeom prst="roundRect">
            <a:avLst>
              <a:gd name="adj" fmla="val 7441"/>
            </a:avLst>
          </a:prstGeom>
          <a:solidFill>
            <a:srgbClr val="F7FAFE"/>
          </a:solidFill>
          <a:ln w="36459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bs_title" descr="Editable text; source id obs_title"/>
          <p:cNvSpPr txBox="1"/>
          <p:nvPr/>
        </p:nvSpPr>
        <p:spPr>
          <a:xfrm>
            <a:off x="291674" y="1604210"/>
            <a:ext cx="1421913" cy="47397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Observation</a:t>
            </a:r>
          </a:p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and instruction</a:t>
            </a:r>
          </a:p>
        </p:txBody>
      </p:sp>
      <p:sp>
        <p:nvSpPr>
          <p:cNvPr id="4" name="obs_image" descr="Editable shape; source id obs_image"/>
          <p:cNvSpPr/>
          <p:nvPr/>
        </p:nvSpPr>
        <p:spPr>
          <a:xfrm>
            <a:off x="401052" y="2275062"/>
            <a:ext cx="495846" cy="386468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29167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bs_image_mountain" descr="Editable shape; source id obs_image_mountain"/>
          <p:cNvSpPr/>
          <p:nvPr/>
        </p:nvSpPr>
        <p:spPr>
          <a:xfrm>
            <a:off x="459387" y="2457358"/>
            <a:ext cx="364593" cy="153129"/>
          </a:xfrm>
          <a:prstGeom prst="triangle">
            <a:avLst/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bs_image_sun" descr="Editable shape; source id obs_image_sun"/>
          <p:cNvSpPr/>
          <p:nvPr/>
        </p:nvSpPr>
        <p:spPr>
          <a:xfrm>
            <a:off x="495846" y="2333397"/>
            <a:ext cx="80210" cy="80210"/>
          </a:xfrm>
          <a:prstGeom prst="ellipse">
            <a:avLst/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bs_text" descr="Editable shape; source id obs_text"/>
          <p:cNvSpPr/>
          <p:nvPr/>
        </p:nvSpPr>
        <p:spPr>
          <a:xfrm>
            <a:off x="1057320" y="2275062"/>
            <a:ext cx="415636" cy="386468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29167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obs_text_1" descr="Editable line; source id obs_text_1"/>
          <p:cNvCxnSpPr/>
          <p:nvPr/>
        </p:nvCxnSpPr>
        <p:spPr>
          <a:xfrm>
            <a:off x="1137531" y="2377148"/>
            <a:ext cx="255215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obs_text_2" descr="Editable line; source id obs_text_2"/>
          <p:cNvCxnSpPr/>
          <p:nvPr/>
        </p:nvCxnSpPr>
        <p:spPr>
          <a:xfrm>
            <a:off x="1137531" y="2471942"/>
            <a:ext cx="255215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obs_text_3" descr="Editable line; source id obs_text_3"/>
          <p:cNvCxnSpPr/>
          <p:nvPr/>
        </p:nvCxnSpPr>
        <p:spPr>
          <a:xfrm>
            <a:off x="1137531" y="2566736"/>
            <a:ext cx="175004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s_label_o" descr="Editable text; source id obs_label_o"/>
          <p:cNvSpPr txBox="1"/>
          <p:nvPr/>
        </p:nvSpPr>
        <p:spPr>
          <a:xfrm>
            <a:off x="568765" y="2785492"/>
            <a:ext cx="277090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def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o</a:t>
            </a:r>
          </a:p>
        </p:txBody>
      </p:sp>
      <p:sp>
        <p:nvSpPr>
          <p:cNvPr id="12" name="obs_label_i" descr="Editable text; source id obs_label_i"/>
          <p:cNvSpPr txBox="1"/>
          <p:nvPr/>
        </p:nvSpPr>
        <p:spPr>
          <a:xfrm>
            <a:off x="1188574" y="2785492"/>
            <a:ext cx="277090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def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I</a:t>
            </a:r>
          </a:p>
        </p:txBody>
      </p:sp>
      <p:sp>
        <p:nvSpPr>
          <p:cNvPr id="13" name="vla_card" descr="Editable shape; source id vla_card"/>
          <p:cNvSpPr/>
          <p:nvPr/>
        </p:nvSpPr>
        <p:spPr>
          <a:xfrm>
            <a:off x="2333397" y="1385454"/>
            <a:ext cx="1895885" cy="2114641"/>
          </a:xfrm>
          <a:prstGeom prst="roundRect">
            <a:avLst>
              <a:gd name="adj" fmla="val 6153"/>
            </a:avLst>
          </a:prstGeom>
          <a:solidFill>
            <a:srgbClr val="F4F8FD"/>
          </a:solidFill>
          <a:ln w="36459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la_header" descr="Editable shape; source id vla_header"/>
          <p:cNvSpPr/>
          <p:nvPr/>
        </p:nvSpPr>
        <p:spPr>
          <a:xfrm>
            <a:off x="2333397" y="1385454"/>
            <a:ext cx="1895885" cy="568765"/>
          </a:xfrm>
          <a:prstGeom prst="roundRect">
            <a:avLst>
              <a:gd name="adj" fmla="val 2051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la_header_mask" descr="Editable shape; source id vla_header_mask"/>
          <p:cNvSpPr/>
          <p:nvPr/>
        </p:nvSpPr>
        <p:spPr>
          <a:xfrm>
            <a:off x="2333397" y="1786507"/>
            <a:ext cx="1895885" cy="167712"/>
          </a:xfrm>
          <a:prstGeom prst="rect">
            <a:avLst/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la_title" descr="Editable text; source id vla_title"/>
          <p:cNvSpPr txBox="1"/>
          <p:nvPr/>
        </p:nvSpPr>
        <p:spPr>
          <a:xfrm>
            <a:off x="2515693" y="1538583"/>
            <a:ext cx="1312535" cy="2552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82"/>
              </a:lnSpc>
              <a:spcBef>
                <a:spcPts val="0"/>
              </a:spcBef>
              <a:spcAft>
                <a:spcPts val="0"/>
              </a:spcAft>
              <a:defRPr sz="1550" b="1" i="0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50" b="1" i="0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Frozen VLA</a:t>
            </a:r>
          </a:p>
        </p:txBody>
      </p:sp>
      <p:sp>
        <p:nvSpPr>
          <p:cNvPr id="17" name="vla_pi" descr="Editable text; source id vla_pi"/>
          <p:cNvSpPr txBox="1"/>
          <p:nvPr/>
        </p:nvSpPr>
        <p:spPr>
          <a:xfrm>
            <a:off x="2989664" y="1771923"/>
            <a:ext cx="583349" cy="2260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435" b="0" i="1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5" b="0" i="1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pi_0</a:t>
            </a:r>
          </a:p>
        </p:txBody>
      </p:sp>
      <p:sp>
        <p:nvSpPr>
          <p:cNvPr id="18" name="lock_body" descr="Editable shape; source id lock_body"/>
          <p:cNvSpPr/>
          <p:nvPr/>
        </p:nvSpPr>
        <p:spPr>
          <a:xfrm>
            <a:off x="3842813" y="1582334"/>
            <a:ext cx="189588" cy="20417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458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ock_arc" descr="Editable shape; source id lock_arc"/>
          <p:cNvSpPr/>
          <p:nvPr/>
        </p:nvSpPr>
        <p:spPr>
          <a:xfrm>
            <a:off x="3871980" y="1494832"/>
            <a:ext cx="131253" cy="160421"/>
          </a:xfrm>
          <a:prstGeom prst="roundRect">
            <a:avLst>
              <a:gd name="adj" fmla="val 50000"/>
            </a:avLst>
          </a:prstGeom>
          <a:solidFill>
            <a:srgbClr val="012559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la_bar_1" descr="Editable shape; source id vla_bar_1"/>
          <p:cNvSpPr/>
          <p:nvPr/>
        </p:nvSpPr>
        <p:spPr>
          <a:xfrm>
            <a:off x="2617779" y="2304229"/>
            <a:ext cx="204172" cy="765645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la_bar_2" descr="Editable shape; source id vla_bar_2"/>
          <p:cNvSpPr/>
          <p:nvPr/>
        </p:nvSpPr>
        <p:spPr>
          <a:xfrm>
            <a:off x="2953205" y="2442775"/>
            <a:ext cx="204172" cy="627100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la_bar_3" descr="Editable shape; source id vla_bar_3"/>
          <p:cNvSpPr/>
          <p:nvPr/>
        </p:nvSpPr>
        <p:spPr>
          <a:xfrm>
            <a:off x="3288631" y="2595904"/>
            <a:ext cx="204172" cy="473971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la_bar_4" descr="Editable shape; source id vla_bar_4"/>
          <p:cNvSpPr/>
          <p:nvPr/>
        </p:nvSpPr>
        <p:spPr>
          <a:xfrm>
            <a:off x="3624057" y="2406315"/>
            <a:ext cx="204172" cy="663559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la_bar_5" descr="Editable shape; source id vla_bar_5"/>
          <p:cNvSpPr/>
          <p:nvPr/>
        </p:nvSpPr>
        <p:spPr>
          <a:xfrm>
            <a:off x="3959483" y="2267770"/>
            <a:ext cx="204172" cy="802105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la_label" descr="Editable text; source id vla_label"/>
          <p:cNvSpPr txBox="1"/>
          <p:nvPr/>
        </p:nvSpPr>
        <p:spPr>
          <a:xfrm>
            <a:off x="2588612" y="3135502"/>
            <a:ext cx="1385454" cy="36459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rPr>
              <a:t>native proposal</a:t>
            </a:r>
          </a:p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rPr>
              <a:t>service</a:t>
            </a:r>
          </a:p>
        </p:txBody>
      </p:sp>
      <p:sp>
        <p:nvSpPr>
          <p:cNvPr id="26" name="eval_card" descr="Editable shape; source id eval_card"/>
          <p:cNvSpPr/>
          <p:nvPr/>
        </p:nvSpPr>
        <p:spPr>
          <a:xfrm>
            <a:off x="5177224" y="1385454"/>
            <a:ext cx="2005263" cy="2114641"/>
          </a:xfrm>
          <a:prstGeom prst="roundRect">
            <a:avLst>
              <a:gd name="adj" fmla="val 5818"/>
            </a:avLst>
          </a:prstGeom>
          <a:solidFill>
            <a:srgbClr val="F4FCFC"/>
          </a:solidFill>
          <a:ln w="36459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val_title" descr="Editable text; source id eval_title"/>
          <p:cNvSpPr txBox="1"/>
          <p:nvPr/>
        </p:nvSpPr>
        <p:spPr>
          <a:xfrm>
            <a:off x="5359521" y="1538583"/>
            <a:ext cx="1640669" cy="4010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Evidence-grounded</a:t>
            </a:r>
          </a:p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evaluator</a:t>
            </a:r>
          </a:p>
        </p:txBody>
      </p:sp>
      <p:sp>
        <p:nvSpPr>
          <p:cNvPr id="28" name="eval_obs" descr="Editable shape; source id eval_obs"/>
          <p:cNvSpPr/>
          <p:nvPr/>
        </p:nvSpPr>
        <p:spPr>
          <a:xfrm>
            <a:off x="5359521" y="2224019"/>
            <a:ext cx="401052" cy="3645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eval_obs_line" descr="Editable line; source id eval_obs_line"/>
          <p:cNvCxnSpPr/>
          <p:nvPr/>
        </p:nvCxnSpPr>
        <p:spPr>
          <a:xfrm flipV="1">
            <a:off x="5432440" y="2318813"/>
            <a:ext cx="255215" cy="167713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val_doc" descr="Editable shape; source id eval_doc"/>
          <p:cNvSpPr/>
          <p:nvPr/>
        </p:nvSpPr>
        <p:spPr>
          <a:xfrm>
            <a:off x="5906411" y="2224019"/>
            <a:ext cx="401052" cy="3645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eval_doc_1" descr="Editable line; source id eval_doc_1"/>
          <p:cNvCxnSpPr/>
          <p:nvPr/>
        </p:nvCxnSpPr>
        <p:spPr>
          <a:xfrm>
            <a:off x="5979329" y="2318813"/>
            <a:ext cx="240632" cy="0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val_doc_2" descr="Editable line; source id eval_doc_2"/>
          <p:cNvCxnSpPr/>
          <p:nvPr/>
        </p:nvCxnSpPr>
        <p:spPr>
          <a:xfrm>
            <a:off x="5979329" y="2406315"/>
            <a:ext cx="240632" cy="0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val_check" descr="Editable shape; source id eval_check"/>
          <p:cNvSpPr/>
          <p:nvPr/>
        </p:nvSpPr>
        <p:spPr>
          <a:xfrm>
            <a:off x="6599138" y="2202143"/>
            <a:ext cx="401052" cy="408344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eval_check_line_a" descr="Editable line; source id eval_check_line_a"/>
          <p:cNvCxnSpPr/>
          <p:nvPr/>
        </p:nvCxnSpPr>
        <p:spPr>
          <a:xfrm>
            <a:off x="6693932" y="2406315"/>
            <a:ext cx="102086" cy="102086"/>
          </a:xfrm>
          <a:prstGeom prst="line">
            <a:avLst/>
          </a:prstGeom>
          <a:ln w="36459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val_check_line_b" descr="Editable line; source id eval_check_line_b"/>
          <p:cNvCxnSpPr/>
          <p:nvPr/>
        </p:nvCxnSpPr>
        <p:spPr>
          <a:xfrm flipV="1">
            <a:off x="6796018" y="2311521"/>
            <a:ext cx="138546" cy="196880"/>
          </a:xfrm>
          <a:prstGeom prst="line">
            <a:avLst/>
          </a:prstGeom>
          <a:ln w="36459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val_same" descr="Editable text; source id eval_same"/>
          <p:cNvSpPr txBox="1"/>
          <p:nvPr/>
        </p:nvSpPr>
        <p:spPr>
          <a:xfrm>
            <a:off x="5359521" y="2756325"/>
            <a:ext cx="1640669" cy="36459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same observation +</a:t>
            </a:r>
          </a:p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fixed continuation</a:t>
            </a:r>
          </a:p>
        </p:txBody>
      </p:sp>
      <p:sp>
        <p:nvSpPr>
          <p:cNvPr id="37" name="eval_unknown" descr="Editable text; source id eval_unknown"/>
          <p:cNvSpPr txBox="1"/>
          <p:nvPr/>
        </p:nvSpPr>
        <p:spPr>
          <a:xfrm>
            <a:off x="5673071" y="3171961"/>
            <a:ext cx="1020861" cy="1895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22"/>
              </a:lnSpc>
              <a:spcBef>
                <a:spcPts val="0"/>
              </a:spcBef>
              <a:spcAft>
                <a:spcPts val="0"/>
              </a:spcAft>
              <a:defRPr sz="976" b="0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6" b="0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unknown allowed</a:t>
            </a:r>
          </a:p>
        </p:txBody>
      </p:sp>
      <p:sp>
        <p:nvSpPr>
          <p:cNvPr id="38" name="asbs_card" descr="Editable shape; source id asbs_card"/>
          <p:cNvSpPr/>
          <p:nvPr/>
        </p:nvSpPr>
        <p:spPr>
          <a:xfrm>
            <a:off x="8130430" y="1385454"/>
            <a:ext cx="1895885" cy="2114641"/>
          </a:xfrm>
          <a:prstGeom prst="roundRect">
            <a:avLst>
              <a:gd name="adj" fmla="val 6153"/>
            </a:avLst>
          </a:prstGeom>
          <a:solidFill>
            <a:srgbClr val="FEF0E3"/>
          </a:solidFill>
          <a:ln w="36459">
            <a:solidFill>
              <a:srgbClr val="E87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bs_title" descr="Editable text; source id asbs_title"/>
          <p:cNvSpPr txBox="1"/>
          <p:nvPr/>
        </p:nvSpPr>
        <p:spPr>
          <a:xfrm>
            <a:off x="8276267" y="1538583"/>
            <a:ext cx="1604210" cy="4958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2"/>
              </a:lnSpc>
              <a:spcBef>
                <a:spcPts val="0"/>
              </a:spcBef>
              <a:spcAft>
                <a:spcPts val="0"/>
              </a:spcAft>
              <a:def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ASBS</a:t>
            </a:r>
          </a:p>
          <a:p>
            <a:pPr algn="ctr" fontAlgn="base">
              <a:lnSpc>
                <a:spcPts val="1492"/>
              </a:lnSpc>
              <a:spcBef>
                <a:spcPts val="0"/>
              </a:spcBef>
              <a:spcAft>
                <a:spcPts val="0"/>
              </a:spcAft>
              <a:def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proposal transport</a:t>
            </a:r>
          </a:p>
        </p:txBody>
      </p:sp>
      <p:sp>
        <p:nvSpPr>
          <p:cNvPr id="40" name="asbs_sub" descr="Editable text; source id asbs_sub"/>
          <p:cNvSpPr txBox="1"/>
          <p:nvPr/>
        </p:nvSpPr>
        <p:spPr>
          <a:xfrm>
            <a:off x="8349186" y="1968803"/>
            <a:ext cx="1458373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86"/>
              </a:lnSpc>
              <a:spcBef>
                <a:spcPts val="0"/>
              </a:spcBef>
              <a:spcAft>
                <a:spcPts val="0"/>
              </a:spcAft>
              <a:defRPr sz="1205" b="0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0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in z-space</a:t>
            </a:r>
          </a:p>
        </p:txBody>
      </p:sp>
      <p:cxnSp>
        <p:nvCxnSpPr>
          <p:cNvPr id="41" name="asbs_left_a" descr="Editable line; source id asbs_left_a"/>
          <p:cNvCxnSpPr/>
          <p:nvPr/>
        </p:nvCxnSpPr>
        <p:spPr>
          <a:xfrm flipV="1">
            <a:off x="8349186" y="2632363"/>
            <a:ext cx="145837" cy="153129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asbs_left_b" descr="Editable line; source id asbs_left_b"/>
          <p:cNvCxnSpPr/>
          <p:nvPr/>
        </p:nvCxnSpPr>
        <p:spPr>
          <a:xfrm flipV="1">
            <a:off x="8495023" y="2406315"/>
            <a:ext cx="138546" cy="22604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asbs_left_c" descr="Editable line; source id asbs_left_c"/>
          <p:cNvCxnSpPr/>
          <p:nvPr/>
        </p:nvCxnSpPr>
        <p:spPr>
          <a:xfrm>
            <a:off x="8633569" y="2406315"/>
            <a:ext cx="145837" cy="102086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asbs_left_d" descr="Editable line; source id asbs_left_d"/>
          <p:cNvCxnSpPr/>
          <p:nvPr/>
        </p:nvCxnSpPr>
        <p:spPr>
          <a:xfrm>
            <a:off x="8779406" y="2508401"/>
            <a:ext cx="145837" cy="255216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asbs_right_a" descr="Editable line; source id asbs_right_a"/>
          <p:cNvCxnSpPr/>
          <p:nvPr/>
        </p:nvCxnSpPr>
        <p:spPr>
          <a:xfrm flipV="1">
            <a:off x="9187750" y="2690698"/>
            <a:ext cx="109378" cy="116670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asbs_right_b" descr="Editable line; source id asbs_right_b"/>
          <p:cNvCxnSpPr/>
          <p:nvPr/>
        </p:nvCxnSpPr>
        <p:spPr>
          <a:xfrm flipV="1">
            <a:off x="9297128" y="2384440"/>
            <a:ext cx="131254" cy="30625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asbs_right_c" descr="Editable line; source id asbs_right_c"/>
          <p:cNvCxnSpPr/>
          <p:nvPr/>
        </p:nvCxnSpPr>
        <p:spPr>
          <a:xfrm>
            <a:off x="9428382" y="2384440"/>
            <a:ext cx="145837" cy="123961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sbs_right_d" descr="Editable line; source id asbs_right_d"/>
          <p:cNvCxnSpPr/>
          <p:nvPr/>
        </p:nvCxnSpPr>
        <p:spPr>
          <a:xfrm>
            <a:off x="9574219" y="2508401"/>
            <a:ext cx="160421" cy="26250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sbs_arrow_1" descr="Editable line; source id asbs_arrow_1"/>
          <p:cNvSpPr/>
          <p:nvPr/>
        </p:nvSpPr>
        <p:spPr>
          <a:xfrm>
            <a:off x="8691904" y="2530277"/>
            <a:ext cx="692727" cy="72919"/>
          </a:xfrm>
          <a:custGeom>
            <a:avLst/>
            <a:gdLst/>
            <a:ahLst/>
            <a:cxnLst/>
            <a:rect l="l" t="t" r="r" b="b"/>
            <a:pathLst>
              <a:path w="95000" h="10000">
                <a:moveTo>
                  <a:pt x="0" y="3500"/>
                </a:moveTo>
                <a:lnTo>
                  <a:pt x="83000" y="3500"/>
                </a:lnTo>
                <a:lnTo>
                  <a:pt x="83000" y="0"/>
                </a:lnTo>
                <a:lnTo>
                  <a:pt x="95000" y="5000"/>
                </a:lnTo>
                <a:lnTo>
                  <a:pt x="83000" y="10000"/>
                </a:lnTo>
                <a:lnTo>
                  <a:pt x="8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E8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sbs_arrow_2" descr="Editable line; source id asbs_arrow_2"/>
          <p:cNvSpPr/>
          <p:nvPr/>
        </p:nvSpPr>
        <p:spPr>
          <a:xfrm>
            <a:off x="8779406" y="2654239"/>
            <a:ext cx="700019" cy="72919"/>
          </a:xfrm>
          <a:custGeom>
            <a:avLst/>
            <a:gdLst/>
            <a:ahLst/>
            <a:cxnLst/>
            <a:rect l="l" t="t" r="r" b="b"/>
            <a:pathLst>
              <a:path w="96000" h="10000">
                <a:moveTo>
                  <a:pt x="0" y="3500"/>
                </a:moveTo>
                <a:lnTo>
                  <a:pt x="84000" y="3500"/>
                </a:lnTo>
                <a:lnTo>
                  <a:pt x="84000" y="0"/>
                </a:lnTo>
                <a:lnTo>
                  <a:pt x="96000" y="5000"/>
                </a:lnTo>
                <a:lnTo>
                  <a:pt x="84000" y="10000"/>
                </a:lnTo>
                <a:lnTo>
                  <a:pt x="8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E8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sbs_kl" descr="Editable text; source id asbs_kl"/>
          <p:cNvSpPr txBox="1"/>
          <p:nvPr/>
        </p:nvSpPr>
        <p:spPr>
          <a:xfrm>
            <a:off x="8312727" y="3069875"/>
            <a:ext cx="1531291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54"/>
              </a:lnSpc>
              <a:spcBef>
                <a:spcPts val="0"/>
              </a:spcBef>
              <a:spcAft>
                <a:spcPts val="0"/>
              </a:spcAft>
              <a:defRPr sz="1090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0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KL(q(z) || p_0(z))</a:t>
            </a:r>
          </a:p>
        </p:txBody>
      </p:sp>
      <p:sp>
        <p:nvSpPr>
          <p:cNvPr id="52" name="exec_card" descr="Editable shape; source id exec_card"/>
          <p:cNvSpPr/>
          <p:nvPr/>
        </p:nvSpPr>
        <p:spPr>
          <a:xfrm>
            <a:off x="10500286" y="1458373"/>
            <a:ext cx="1494832" cy="2041722"/>
          </a:xfrm>
          <a:prstGeom prst="roundRect">
            <a:avLst>
              <a:gd name="adj" fmla="val 7804"/>
            </a:avLst>
          </a:prstGeom>
          <a:solidFill>
            <a:srgbClr val="FAFAFA"/>
          </a:solidFill>
          <a:ln w="36459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xec_title" descr="Editable text; source id exec_title"/>
          <p:cNvSpPr txBox="1"/>
          <p:nvPr/>
        </p:nvSpPr>
        <p:spPr>
          <a:xfrm>
            <a:off x="10573205" y="1604210"/>
            <a:ext cx="1348995" cy="4739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63"/>
              </a:lnSpc>
              <a:spcBef>
                <a:spcPts val="0"/>
              </a:spcBef>
              <a:spcAft>
                <a:spcPts val="0"/>
              </a:spcAft>
              <a:def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Trusted prefix</a:t>
            </a:r>
          </a:p>
          <a:p>
            <a:pPr algn="ctr" fontAlgn="base">
              <a:lnSpc>
                <a:spcPts val="1363"/>
              </a:lnSpc>
              <a:spcBef>
                <a:spcPts val="0"/>
              </a:spcBef>
              <a:spcAft>
                <a:spcPts val="0"/>
              </a:spcAft>
              <a:def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executor</a:t>
            </a:r>
          </a:p>
        </p:txBody>
      </p:sp>
      <p:sp>
        <p:nvSpPr>
          <p:cNvPr id="54" name="exec_joint1" descr="Editable shape; source id exec_joint1"/>
          <p:cNvSpPr/>
          <p:nvPr/>
        </p:nvSpPr>
        <p:spPr>
          <a:xfrm>
            <a:off x="10915923" y="2253186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xec_joint2" descr="Editable shape; source id exec_joint2"/>
          <p:cNvSpPr/>
          <p:nvPr/>
        </p:nvSpPr>
        <p:spPr>
          <a:xfrm>
            <a:off x="11324267" y="2515693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xec_joint3" descr="Editable shape; source id exec_joint3"/>
          <p:cNvSpPr/>
          <p:nvPr/>
        </p:nvSpPr>
        <p:spPr>
          <a:xfrm>
            <a:off x="11594066" y="2253186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exec_link1" descr="Editable line; source id exec_link1"/>
          <p:cNvCxnSpPr/>
          <p:nvPr/>
        </p:nvCxnSpPr>
        <p:spPr>
          <a:xfrm>
            <a:off x="11003425" y="2340688"/>
            <a:ext cx="408345" cy="262508"/>
          </a:xfrm>
          <a:prstGeom prst="line">
            <a:avLst/>
          </a:prstGeom>
          <a:ln w="72918">
            <a:solidFill>
              <a:srgbClr val="555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xec_link2" descr="Editable line; source id exec_link2"/>
          <p:cNvCxnSpPr/>
          <p:nvPr/>
        </p:nvCxnSpPr>
        <p:spPr>
          <a:xfrm flipV="1">
            <a:off x="11411770" y="2340688"/>
            <a:ext cx="269799" cy="262508"/>
          </a:xfrm>
          <a:prstGeom prst="line">
            <a:avLst/>
          </a:prstGeom>
          <a:ln w="72918">
            <a:solidFill>
              <a:srgbClr val="555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xec_base" descr="Editable shape; source id exec_base"/>
          <p:cNvSpPr/>
          <p:nvPr/>
        </p:nvSpPr>
        <p:spPr>
          <a:xfrm>
            <a:off x="10864880" y="2734449"/>
            <a:ext cx="802105" cy="131253"/>
          </a:xfrm>
          <a:prstGeom prst="rect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xec_label" descr="Editable text; source id exec_label"/>
          <p:cNvSpPr txBox="1"/>
          <p:nvPr/>
        </p:nvSpPr>
        <p:spPr>
          <a:xfrm>
            <a:off x="10609664" y="3062583"/>
            <a:ext cx="1276076" cy="2260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54"/>
              </a:lnSpc>
              <a:spcBef>
                <a:spcPts val="0"/>
              </a:spcBef>
              <a:spcAft>
                <a:spcPts val="0"/>
              </a:spcAft>
              <a:defRPr sz="1090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0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execute safe prefix</a:t>
            </a:r>
          </a:p>
        </p:txBody>
      </p:sp>
      <p:sp>
        <p:nvSpPr>
          <p:cNvPr id="61" name="arrow_obs_vla" descr="Editable line; source id arrow_obs_vla"/>
          <p:cNvSpPr/>
          <p:nvPr/>
        </p:nvSpPr>
        <p:spPr>
          <a:xfrm>
            <a:off x="1786507" y="2617780"/>
            <a:ext cx="546890" cy="87502"/>
          </a:xfrm>
          <a:custGeom>
            <a:avLst/>
            <a:gdLst/>
            <a:ahLst/>
            <a:cxnLst/>
            <a:rect l="l" t="t" r="r" b="b"/>
            <a:pathLst>
              <a:path w="75000" h="12000">
                <a:moveTo>
                  <a:pt x="0" y="4000"/>
                </a:moveTo>
                <a:lnTo>
                  <a:pt x="61000" y="4000"/>
                </a:lnTo>
                <a:lnTo>
                  <a:pt x="61000" y="0"/>
                </a:lnTo>
                <a:lnTo>
                  <a:pt x="75000" y="6000"/>
                </a:lnTo>
                <a:lnTo>
                  <a:pt x="61000" y="12000"/>
                </a:lnTo>
                <a:lnTo>
                  <a:pt x="61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01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rrow_vla_eval" descr="Editable line; source id arrow_vla_eval"/>
          <p:cNvSpPr/>
          <p:nvPr/>
        </p:nvSpPr>
        <p:spPr>
          <a:xfrm>
            <a:off x="4229282" y="2617780"/>
            <a:ext cx="947943" cy="87502"/>
          </a:xfrm>
          <a:custGeom>
            <a:avLst/>
            <a:gdLst/>
            <a:ahLst/>
            <a:cxnLst/>
            <a:rect l="l" t="t" r="r" b="b"/>
            <a:pathLst>
              <a:path w="130000" h="12000">
                <a:moveTo>
                  <a:pt x="0" y="4000"/>
                </a:moveTo>
                <a:lnTo>
                  <a:pt x="116000" y="4000"/>
                </a:lnTo>
                <a:lnTo>
                  <a:pt x="116000" y="0"/>
                </a:lnTo>
                <a:lnTo>
                  <a:pt x="130000" y="6000"/>
                </a:lnTo>
                <a:lnTo>
                  <a:pt x="116000" y="12000"/>
                </a:lnTo>
                <a:lnTo>
                  <a:pt x="116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01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rrow_eval_asbs" descr="Editable line; source id arrow_eval_asbs"/>
          <p:cNvSpPr/>
          <p:nvPr/>
        </p:nvSpPr>
        <p:spPr>
          <a:xfrm>
            <a:off x="7182488" y="2617780"/>
            <a:ext cx="947943" cy="87502"/>
          </a:xfrm>
          <a:custGeom>
            <a:avLst/>
            <a:gdLst/>
            <a:ahLst/>
            <a:cxnLst/>
            <a:rect l="l" t="t" r="r" b="b"/>
            <a:pathLst>
              <a:path w="130000" h="12000">
                <a:moveTo>
                  <a:pt x="0" y="4000"/>
                </a:moveTo>
                <a:lnTo>
                  <a:pt x="116000" y="4000"/>
                </a:lnTo>
                <a:lnTo>
                  <a:pt x="116000" y="0"/>
                </a:lnTo>
                <a:lnTo>
                  <a:pt x="130000" y="6000"/>
                </a:lnTo>
                <a:lnTo>
                  <a:pt x="116000" y="12000"/>
                </a:lnTo>
                <a:lnTo>
                  <a:pt x="116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16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rrow_asbs_exec" descr="Editable line; source id arrow_asbs_exec"/>
          <p:cNvSpPr/>
          <p:nvPr/>
        </p:nvSpPr>
        <p:spPr>
          <a:xfrm>
            <a:off x="10026316" y="2617780"/>
            <a:ext cx="473971" cy="87502"/>
          </a:xfrm>
          <a:custGeom>
            <a:avLst/>
            <a:gdLst/>
            <a:ahLst/>
            <a:cxnLst/>
            <a:rect l="l" t="t" r="r" b="b"/>
            <a:pathLst>
              <a:path w="65000" h="12000">
                <a:moveTo>
                  <a:pt x="0" y="4000"/>
                </a:moveTo>
                <a:lnTo>
                  <a:pt x="51000" y="4000"/>
                </a:lnTo>
                <a:lnTo>
                  <a:pt x="51000" y="0"/>
                </a:lnTo>
                <a:lnTo>
                  <a:pt x="65000" y="6000"/>
                </a:lnTo>
                <a:lnTo>
                  <a:pt x="51000" y="12000"/>
                </a:lnTo>
                <a:lnTo>
                  <a:pt x="51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444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loop_down" descr="Editable line; source id loop_down"/>
          <p:cNvCxnSpPr/>
          <p:nvPr/>
        </p:nvCxnSpPr>
        <p:spPr>
          <a:xfrm>
            <a:off x="11229473" y="3500095"/>
            <a:ext cx="0" cy="1385455"/>
          </a:xfrm>
          <a:prstGeom prst="line">
            <a:avLst/>
          </a:prstGeom>
          <a:ln w="43751">
            <a:solidFill>
              <a:srgbClr val="787E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oop_back" descr="Editable line; source id loop_back"/>
          <p:cNvCxnSpPr/>
          <p:nvPr/>
        </p:nvCxnSpPr>
        <p:spPr>
          <a:xfrm flipH="1">
            <a:off x="1093779" y="4885550"/>
            <a:ext cx="10135694" cy="0"/>
          </a:xfrm>
          <a:prstGeom prst="line">
            <a:avLst/>
          </a:prstGeom>
          <a:ln w="43751">
            <a:solidFill>
              <a:srgbClr val="787E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loop_up" descr="Editable line; source id loop_up"/>
          <p:cNvSpPr/>
          <p:nvPr/>
        </p:nvSpPr>
        <p:spPr>
          <a:xfrm>
            <a:off x="1042737" y="3390718"/>
            <a:ext cx="102086" cy="1494832"/>
          </a:xfrm>
          <a:custGeom>
            <a:avLst/>
            <a:gdLst/>
            <a:ahLst/>
            <a:cxnLst/>
            <a:rect l="l" t="t" r="r" b="b"/>
            <a:pathLst>
              <a:path w="14000" h="205000">
                <a:moveTo>
                  <a:pt x="4000" y="205000"/>
                </a:moveTo>
                <a:lnTo>
                  <a:pt x="4000" y="16000"/>
                </a:lnTo>
                <a:lnTo>
                  <a:pt x="0" y="16000"/>
                </a:lnTo>
                <a:lnTo>
                  <a:pt x="7000" y="0"/>
                </a:lnTo>
                <a:lnTo>
                  <a:pt x="14000" y="16000"/>
                </a:lnTo>
                <a:lnTo>
                  <a:pt x="10000" y="16000"/>
                </a:lnTo>
                <a:lnTo>
                  <a:pt x="10000" y="205000"/>
                </a:lnTo>
                <a:close/>
              </a:path>
            </a:pathLst>
          </a:custGeom>
          <a:solidFill>
            <a:srgbClr val="787E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oop_label" descr="Editable shape; source id loop_label"/>
          <p:cNvSpPr/>
          <p:nvPr/>
        </p:nvSpPr>
        <p:spPr>
          <a:xfrm>
            <a:off x="4922009" y="4688669"/>
            <a:ext cx="2187559" cy="393760"/>
          </a:xfrm>
          <a:prstGeom prst="roundRect">
            <a:avLst>
              <a:gd name="adj" fmla="val 14814"/>
            </a:avLst>
          </a:prstGeom>
          <a:solidFill>
            <a:srgbClr val="F1F3F4"/>
          </a:solidFill>
          <a:ln w="14583">
            <a:solidFill>
              <a:srgbClr val="787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oop_text" descr="Editable text; source id loop_text"/>
          <p:cNvSpPr txBox="1"/>
          <p:nvPr/>
        </p:nvSpPr>
        <p:spPr>
          <a:xfrm>
            <a:off x="5031387" y="4768880"/>
            <a:ext cx="1968803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263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63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Re-observe and re-plan</a:t>
            </a:r>
          </a:p>
        </p:txBody>
      </p:sp>
      <p:sp>
        <p:nvSpPr>
          <p:cNvPr id="70" name="loop_note" descr="Editable text; source id loop_note"/>
          <p:cNvSpPr txBox="1"/>
          <p:nvPr/>
        </p:nvSpPr>
        <p:spPr>
          <a:xfrm>
            <a:off x="4411578" y="5162641"/>
            <a:ext cx="3208420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new observation o' and updated instruction I'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ASBS figure archive</cp:lastModifiedBy>
  <cp:revision>1</cp:revision>
  <dcterms:created xsi:type="dcterms:W3CDTF">2013-01-27T09:14:16Z</dcterms:created>
  <dcterms:modified xsi:type="dcterms:W3CDTF">2013-01-27T09:15:58Z</dcterms:modified>
  <cp:category/>
</cp:coreProperties>
</file>